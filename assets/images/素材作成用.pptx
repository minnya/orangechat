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288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4C5"/>
    <a:srgbClr val="EE863B"/>
    <a:srgbClr val="EBDDFF"/>
    <a:srgbClr val="6200EE"/>
    <a:srgbClr val="FEA901"/>
    <a:srgbClr val="682648"/>
    <a:srgbClr val="4D1C3A"/>
    <a:srgbClr val="9E4094"/>
    <a:srgbClr val="000000"/>
    <a:srgbClr val="FF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28D58-8F48-4398-99E6-45A08EC21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06928056-7FE6-4EEB-8129-1C933DF59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BCD1CB-6CF4-4EA6-AD6B-08153E15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2AE40C-9B86-4F03-98F7-63D8EDFE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FBCD4E-1BB3-4EBB-B625-F53D4DF1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37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DFEC88-06DD-42BC-A1BD-D12ABB11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1D5C03-9FED-49EC-A650-B47B5C7B8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F4CC4A-D71F-4638-817B-2C235DEE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F0AD1-1AE0-40FA-9142-6AC67E69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85E830-460F-41CB-83D0-B301BF83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74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0691B3-F585-4226-B2DE-9A865EFB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C3A9F5-CFBD-4D2F-AC5B-E9BB98FE1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04F8C5-8C3F-495B-92A7-769151A7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3EC3E6-589E-480E-9BF0-6E9E462A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BF39DD-6AF7-4765-B779-C3EFA97C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904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D8E92-28B7-4614-B943-07B156AA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A0093C-B537-40CC-9799-96CF7A595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57318A-9BC2-400D-8DD7-8BC60378B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67AAAE-940D-49DD-9366-A3E41B5E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F56236-75DB-4C6C-9AB0-3CD7BD11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43B9F5-91CB-4E39-A63F-15D8ADA1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820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BBC4A-98C1-45AE-8CA8-B62D58543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0A4F70-AFA8-4087-92D5-8C6560617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32CAD2-2BD4-4898-91F0-92D8C3D55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FE721F2-325F-41D6-B943-55D3519A9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961B39-65B3-488E-A96C-52B8477AB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708CFA4-92E9-4BDA-8902-7A59DC91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FAB7459-3CF1-437D-8E35-2583D961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11DC05-2E4B-4C90-95F3-5481DDF3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203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25CA8-3FDE-487C-A5BD-9A4E8E97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527E970-C8D5-4905-B8D6-7179EFA1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D401F39-451A-4D26-AC5F-8CAD997C3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A80A6B-E48C-4958-8A35-93860419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761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3E3655-E21B-4A75-AA34-5D0A954B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744607-845E-4092-ACC3-2965A7AF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11E0C6-973D-4136-92DE-A138C6776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33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9073F-F5E2-48C9-B64A-B73966ED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B8E8DD-6A1E-4402-B88D-232F9D8C4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C326BB-CB43-4517-A21D-51833A4CD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D4525C-322C-4B0A-BA84-2E78D2B3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B511CF-0E11-43B6-8525-602D28C0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22AE7A-E028-4971-93B9-7414965F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046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64C0E-02FC-46E9-8BB0-A18FEFE9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AD1798-646C-4694-BE89-F8D0765A1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BAD129-7BC7-421D-9189-65CDDDA00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92CEC2-4940-4E0E-91A4-C86D1382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FBD9E3-3871-4160-9515-49E2C43E2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302C62-1CB8-41C5-BF31-82260DD6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201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EA80A-2BF3-4C92-B258-FED65890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B7F29D-72D7-4377-B20C-BE17D2C40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24875C-288B-431F-9A67-C8B0E513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026ED2-A5CF-4AD1-BC30-539F9826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17786C-9634-456F-A328-5100F2C2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5417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E55D726-B9AA-4E63-924B-FBEA53924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30510E-3E5D-4E0A-B170-2C4A9E968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B0C9D4-E3AA-4C02-B859-4B78C818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D95AF1-B29C-4A3B-B43E-074EAB3F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067AA2-94FE-4783-929A-9A588F40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8566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62F6CA2-9448-4420-B6E7-4BD41B2B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AC4E2F-3F16-47B8-B195-E708B9756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450D12-4C9A-4FA1-B678-7A94F4985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21110-63FF-4D0B-A3C3-B780BD320577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A0A3CC-D61E-4A53-BBAE-5C3D3032F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FC9639-A56B-4E61-B5F5-3E0BF3FE7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25638-DD36-44FE-9DCD-5C1C7C3C1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93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24734-B92F-FC81-8B2C-56B9C23A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C6DD4F5A-582C-F906-63BE-A95CC6C831F0}"/>
              </a:ext>
            </a:extLst>
          </p:cNvPr>
          <p:cNvGrpSpPr/>
          <p:nvPr/>
        </p:nvGrpSpPr>
        <p:grpSpPr>
          <a:xfrm>
            <a:off x="695400" y="549150"/>
            <a:ext cx="2618473" cy="5498793"/>
            <a:chOff x="695400" y="549150"/>
            <a:chExt cx="2618473" cy="5498793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11341189-613D-2A99-BBDA-92ADA70FC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693" y="670506"/>
              <a:ext cx="2425885" cy="5256081"/>
            </a:xfrm>
            <a:prstGeom prst="rect">
              <a:avLst/>
            </a:prstGeom>
          </p:spPr>
        </p:pic>
        <p:pic>
          <p:nvPicPr>
            <p:cNvPr id="1026" name="Picture 2" descr="無料のスマホフレームイラスト素材PNG・フリー 画像 - Pngtree">
              <a:extLst>
                <a:ext uri="{FF2B5EF4-FFF2-40B4-BE49-F238E27FC236}">
                  <a16:creationId xmlns:a16="http://schemas.microsoft.com/office/drawing/2014/main" id="{DE59CF70-FF02-4CA1-D052-2ACEFAC73E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07" t="6161" r="30407" b="11549"/>
            <a:stretch/>
          </p:blipFill>
          <p:spPr bwMode="auto">
            <a:xfrm>
              <a:off x="695400" y="549150"/>
              <a:ext cx="2618473" cy="5498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3F6A841-AF54-D46F-D07B-4B9C28A23B4A}"/>
              </a:ext>
            </a:extLst>
          </p:cNvPr>
          <p:cNvGrpSpPr/>
          <p:nvPr/>
        </p:nvGrpSpPr>
        <p:grpSpPr>
          <a:xfrm>
            <a:off x="3538551" y="549150"/>
            <a:ext cx="2618473" cy="5498793"/>
            <a:chOff x="3539716" y="549150"/>
            <a:chExt cx="2618473" cy="5498793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4DF30D0A-43DE-50B7-F42D-5F30092C1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36029" y="661448"/>
              <a:ext cx="2425846" cy="5256000"/>
            </a:xfrm>
            <a:prstGeom prst="rect">
              <a:avLst/>
            </a:prstGeom>
          </p:spPr>
        </p:pic>
        <p:pic>
          <p:nvPicPr>
            <p:cNvPr id="14" name="Picture 2" descr="無料のスマホフレームイラスト素材PNG・フリー 画像 - Pngtree">
              <a:extLst>
                <a:ext uri="{FF2B5EF4-FFF2-40B4-BE49-F238E27FC236}">
                  <a16:creationId xmlns:a16="http://schemas.microsoft.com/office/drawing/2014/main" id="{908A039C-1FC6-E28C-02F3-83C1E16953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07" t="6161" r="30407" b="11549"/>
            <a:stretch/>
          </p:blipFill>
          <p:spPr bwMode="auto">
            <a:xfrm>
              <a:off x="3539716" y="549150"/>
              <a:ext cx="2618473" cy="5498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5AA3B2B8-5318-8D77-6015-D60EB429C394}"/>
              </a:ext>
            </a:extLst>
          </p:cNvPr>
          <p:cNvGrpSpPr/>
          <p:nvPr/>
        </p:nvGrpSpPr>
        <p:grpSpPr>
          <a:xfrm>
            <a:off x="6381702" y="549150"/>
            <a:ext cx="2618473" cy="5498793"/>
            <a:chOff x="6222692" y="549150"/>
            <a:chExt cx="2618473" cy="5498793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796877A-C61D-ED52-84E1-CB584A6D1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19005" y="661448"/>
              <a:ext cx="2425846" cy="5256000"/>
            </a:xfrm>
            <a:prstGeom prst="rect">
              <a:avLst/>
            </a:prstGeom>
          </p:spPr>
        </p:pic>
        <p:pic>
          <p:nvPicPr>
            <p:cNvPr id="15" name="Picture 2" descr="無料のスマホフレームイラスト素材PNG・フリー 画像 - Pngtree">
              <a:extLst>
                <a:ext uri="{FF2B5EF4-FFF2-40B4-BE49-F238E27FC236}">
                  <a16:creationId xmlns:a16="http://schemas.microsoft.com/office/drawing/2014/main" id="{FAB28DBC-B4BF-1635-C8B8-9463F655DE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07" t="6161" r="30407" b="11549"/>
            <a:stretch/>
          </p:blipFill>
          <p:spPr bwMode="auto">
            <a:xfrm>
              <a:off x="6222692" y="549150"/>
              <a:ext cx="2618473" cy="5498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DB4028C0-7E44-AABC-296B-DF05EB6C5349}"/>
              </a:ext>
            </a:extLst>
          </p:cNvPr>
          <p:cNvGrpSpPr/>
          <p:nvPr/>
        </p:nvGrpSpPr>
        <p:grpSpPr>
          <a:xfrm>
            <a:off x="9224854" y="549150"/>
            <a:ext cx="2618473" cy="5498793"/>
            <a:chOff x="9224854" y="549150"/>
            <a:chExt cx="2618473" cy="5498793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9B8998A2-F579-3E1A-D46A-92C07DC6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21167" y="661448"/>
              <a:ext cx="2425846" cy="5256000"/>
            </a:xfrm>
            <a:prstGeom prst="rect">
              <a:avLst/>
            </a:prstGeom>
          </p:spPr>
        </p:pic>
        <p:pic>
          <p:nvPicPr>
            <p:cNvPr id="16" name="Picture 2" descr="無料のスマホフレームイラスト素材PNG・フリー 画像 - Pngtree">
              <a:extLst>
                <a:ext uri="{FF2B5EF4-FFF2-40B4-BE49-F238E27FC236}">
                  <a16:creationId xmlns:a16="http://schemas.microsoft.com/office/drawing/2014/main" id="{DF6F3E47-8000-8D9C-A697-840BFC4744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07" t="6161" r="30407" b="11549"/>
            <a:stretch/>
          </p:blipFill>
          <p:spPr bwMode="auto">
            <a:xfrm>
              <a:off x="9224854" y="549150"/>
              <a:ext cx="2618473" cy="5498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1716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C5FB-D484-3FEC-E62F-79B10974A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56213E3-0759-7020-61C9-84F38D834B13}"/>
              </a:ext>
            </a:extLst>
          </p:cNvPr>
          <p:cNvSpPr>
            <a:spLocks noChangeAspect="1"/>
          </p:cNvSpPr>
          <p:nvPr/>
        </p:nvSpPr>
        <p:spPr>
          <a:xfrm>
            <a:off x="4190881" y="0"/>
            <a:ext cx="3857625" cy="6858000"/>
          </a:xfrm>
          <a:prstGeom prst="rect">
            <a:avLst/>
          </a:prstGeom>
          <a:gradFill>
            <a:gsLst>
              <a:gs pos="0">
                <a:srgbClr val="FFAA00"/>
              </a:gs>
              <a:gs pos="81000">
                <a:srgbClr val="6200EE"/>
              </a:gs>
              <a:gs pos="100000">
                <a:srgbClr val="6200E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E410ACC-846B-3D5D-762C-C95949A8D16F}"/>
              </a:ext>
            </a:extLst>
          </p:cNvPr>
          <p:cNvSpPr>
            <a:spLocks noChangeAspect="1"/>
          </p:cNvSpPr>
          <p:nvPr/>
        </p:nvSpPr>
        <p:spPr>
          <a:xfrm>
            <a:off x="8080548" y="0"/>
            <a:ext cx="3857625" cy="6858000"/>
          </a:xfrm>
          <a:prstGeom prst="rect">
            <a:avLst/>
          </a:prstGeom>
          <a:gradFill>
            <a:gsLst>
              <a:gs pos="0">
                <a:srgbClr val="FFAA00"/>
              </a:gs>
              <a:gs pos="81000">
                <a:srgbClr val="6200EE"/>
              </a:gs>
              <a:gs pos="100000">
                <a:srgbClr val="6200E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14D8308-1615-52D8-232E-B0FF2DEB00DD}"/>
              </a:ext>
            </a:extLst>
          </p:cNvPr>
          <p:cNvSpPr>
            <a:spLocks noChangeAspect="1"/>
          </p:cNvSpPr>
          <p:nvPr/>
        </p:nvSpPr>
        <p:spPr>
          <a:xfrm>
            <a:off x="301452" y="0"/>
            <a:ext cx="3857625" cy="6858000"/>
          </a:xfrm>
          <a:prstGeom prst="rect">
            <a:avLst/>
          </a:prstGeom>
          <a:gradFill>
            <a:gsLst>
              <a:gs pos="0">
                <a:srgbClr val="FFAA00"/>
              </a:gs>
              <a:gs pos="81000">
                <a:srgbClr val="6200EE"/>
              </a:gs>
              <a:gs pos="100000">
                <a:srgbClr val="6200E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0FB15D7-AE68-1A84-23D0-8C487A761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002" y="188640"/>
            <a:ext cx="2621507" cy="54990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 fov="1500000">
              <a:rot lat="21000000" lon="0" rev="21594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643A7448-BE40-0ABA-9F68-1E4F8CEC6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061" y="188640"/>
            <a:ext cx="2621507" cy="54990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 fov="2700000">
              <a:rot lat="21000000" lon="20400000" rev="78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3F2BA123-216E-893B-9F40-F0C8C1263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2" y="188640"/>
            <a:ext cx="2615411" cy="54990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210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34EF7D3-CF4C-BBCF-557A-DCF1B6565A6F}"/>
              </a:ext>
            </a:extLst>
          </p:cNvPr>
          <p:cNvSpPr/>
          <p:nvPr/>
        </p:nvSpPr>
        <p:spPr>
          <a:xfrm>
            <a:off x="4969558" y="5926683"/>
            <a:ext cx="2160979" cy="6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Share </a:t>
            </a:r>
            <a:r>
              <a:rPr lang="en-US" altLang="ja-JP" sz="2000" dirty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Updates</a:t>
            </a:r>
            <a:endParaRPr kumimoji="1" lang="en-US" altLang="ja-JP" sz="200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1C25BEF-00ED-8309-7B03-737DB3F1745F}"/>
              </a:ext>
            </a:extLst>
          </p:cNvPr>
          <p:cNvSpPr/>
          <p:nvPr/>
        </p:nvSpPr>
        <p:spPr>
          <a:xfrm>
            <a:off x="8965441" y="5926683"/>
            <a:ext cx="2614785" cy="6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Look for new people</a:t>
            </a:r>
            <a:endParaRPr kumimoji="1" lang="ja-JP" altLang="en-US" sz="200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AE4C8AD-8A9D-8703-B8E8-2F5EA308FB5B}"/>
              </a:ext>
            </a:extLst>
          </p:cNvPr>
          <p:cNvSpPr/>
          <p:nvPr/>
        </p:nvSpPr>
        <p:spPr>
          <a:xfrm>
            <a:off x="746771" y="5926683"/>
            <a:ext cx="2160979" cy="6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Messaging</a:t>
            </a:r>
            <a:endParaRPr kumimoji="1" lang="en-US" altLang="ja-JP" sz="200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4AB3C-5B69-CA44-474F-EDF5585FDB6D}"/>
              </a:ext>
            </a:extLst>
          </p:cNvPr>
          <p:cNvSpPr/>
          <p:nvPr/>
        </p:nvSpPr>
        <p:spPr>
          <a:xfrm rot="706990">
            <a:off x="1380564" y="4417853"/>
            <a:ext cx="195006" cy="101516"/>
          </a:xfrm>
          <a:prstGeom prst="rect">
            <a:avLst/>
          </a:prstGeom>
          <a:solidFill>
            <a:srgbClr val="FFE4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8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E143-2476-8271-AA85-FD088779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文字と写真のスクリーンショッ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E10F79B-A270-A6F8-43B6-A5357276A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" r="2052"/>
          <a:stretch/>
        </p:blipFill>
        <p:spPr>
          <a:xfrm>
            <a:off x="263352" y="0"/>
            <a:ext cx="3859876" cy="6858000"/>
          </a:xfrm>
          <a:prstGeom prst="rect">
            <a:avLst/>
          </a:prstGeom>
        </p:spPr>
      </p:pic>
      <p:pic>
        <p:nvPicPr>
          <p:cNvPr id="7" name="図 6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56FEEE1-7DF8-33D0-0478-F143C8A55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070" y="1066"/>
            <a:ext cx="3859876" cy="6858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3E5CC32-74A1-6EC0-D25A-A214BD3F8C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65"/>
          <a:stretch/>
        </p:blipFill>
        <p:spPr>
          <a:xfrm>
            <a:off x="8328248" y="0"/>
            <a:ext cx="3859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8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DD5FED2-244F-7575-2F60-9D3A46662877}"/>
              </a:ext>
            </a:extLst>
          </p:cNvPr>
          <p:cNvSpPr>
            <a:spLocks noChangeAspect="1"/>
          </p:cNvSpPr>
          <p:nvPr/>
        </p:nvSpPr>
        <p:spPr>
          <a:xfrm>
            <a:off x="5106931" y="767226"/>
            <a:ext cx="5399315" cy="5400000"/>
          </a:xfrm>
          <a:prstGeom prst="rect">
            <a:avLst/>
          </a:prstGeom>
          <a:gradFill>
            <a:gsLst>
              <a:gs pos="77000">
                <a:srgbClr val="FF6124"/>
              </a:gs>
              <a:gs pos="11000">
                <a:srgbClr val="FF7D25"/>
              </a:gs>
              <a:gs pos="100000">
                <a:srgbClr val="FF5E25"/>
              </a:gs>
              <a:gs pos="0">
                <a:srgbClr val="FF7F2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41A29A8-803D-202F-FD62-BC47CFD85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38"/>
          <a:stretch>
            <a:fillRect/>
          </a:stretch>
        </p:blipFill>
        <p:spPr>
          <a:xfrm>
            <a:off x="773890" y="3142498"/>
            <a:ext cx="3418577" cy="140675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C789AB4-BEBC-3FBC-814F-1357BB8AD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49"/>
          <a:stretch>
            <a:fillRect/>
          </a:stretch>
        </p:blipFill>
        <p:spPr>
          <a:xfrm>
            <a:off x="773890" y="4991805"/>
            <a:ext cx="3418577" cy="150135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F1FEA75-42FB-385C-2A29-6BC555157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38"/>
          <a:stretch>
            <a:fillRect/>
          </a:stretch>
        </p:blipFill>
        <p:spPr>
          <a:xfrm>
            <a:off x="773890" y="1592383"/>
            <a:ext cx="3418577" cy="140675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58AAEBD-DC13-E6A0-CDCE-3D385EF9FB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01"/>
          <a:stretch>
            <a:fillRect/>
          </a:stretch>
        </p:blipFill>
        <p:spPr>
          <a:xfrm>
            <a:off x="773890" y="0"/>
            <a:ext cx="3418577" cy="1219200"/>
          </a:xfrm>
          <a:prstGeom prst="rect">
            <a:avLst/>
          </a:prstGeom>
        </p:spPr>
      </p:pic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90FF397-994C-540F-38D4-EBD4D167514F}"/>
              </a:ext>
            </a:extLst>
          </p:cNvPr>
          <p:cNvGrpSpPr/>
          <p:nvPr/>
        </p:nvGrpSpPr>
        <p:grpSpPr>
          <a:xfrm>
            <a:off x="6529756" y="2237967"/>
            <a:ext cx="2553667" cy="2458519"/>
            <a:chOff x="804496" y="1933949"/>
            <a:chExt cx="2553667" cy="2458519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2C0C63FB-9911-FF29-2276-A91B1796D2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9302" y="1940791"/>
              <a:ext cx="2404508" cy="240450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D6A45447-E0A2-2A7C-FF1D-7CFB4ACD9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1121" t="12225" r="9060" b="10930"/>
            <a:stretch>
              <a:fillRect/>
            </a:stretch>
          </p:blipFill>
          <p:spPr>
            <a:xfrm>
              <a:off x="804496" y="1933949"/>
              <a:ext cx="2553667" cy="24585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431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B95F-7E60-620E-ED40-119DEB3C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23E46B-B4CC-7215-2AC0-6E4C816F41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76F1C57-BD55-B6DE-C18E-0F92A67ED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26" y="204140"/>
            <a:ext cx="4273222" cy="205321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FA673D3-FABC-B796-D242-830D330B9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448" y="361301"/>
            <a:ext cx="4689938" cy="264405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695996A-30D3-2805-3089-B1C935ED1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790" y="2958022"/>
            <a:ext cx="1450093" cy="319930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FC55B23-E983-323D-E5E3-9A3531FA0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60" y="2958022"/>
            <a:ext cx="1697025" cy="319930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281C8E4-6629-F4EE-55E1-C35DD5C905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0134" y="3193913"/>
            <a:ext cx="1810378" cy="319930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510310D-AAD6-AE1D-1670-672D90A46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7770" y="3005356"/>
            <a:ext cx="2276879" cy="3199306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6FF71B9A-2FBE-6F28-AC57-474CCDF186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54695" y="3429000"/>
            <a:ext cx="1931114" cy="31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46B798-7B38-8E6B-D47A-9FD07F2C4090}"/>
              </a:ext>
            </a:extLst>
          </p:cNvPr>
          <p:cNvSpPr>
            <a:spLocks noChangeAspect="1"/>
          </p:cNvSpPr>
          <p:nvPr/>
        </p:nvSpPr>
        <p:spPr>
          <a:xfrm>
            <a:off x="16169" y="460332"/>
            <a:ext cx="12159663" cy="5937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C156F2-FCE8-FAA6-7073-C0B1E701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506" y="1775643"/>
            <a:ext cx="6882066" cy="3306714"/>
          </a:xfrm>
          <a:prstGeom prst="rect">
            <a:avLst/>
          </a:prstGeo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592E814-1225-21EF-2EED-D3CA605D8163}"/>
              </a:ext>
            </a:extLst>
          </p:cNvPr>
          <p:cNvGrpSpPr>
            <a:grpSpLocks noChangeAspect="1"/>
          </p:cNvGrpSpPr>
          <p:nvPr/>
        </p:nvGrpSpPr>
        <p:grpSpPr>
          <a:xfrm>
            <a:off x="745513" y="1790739"/>
            <a:ext cx="3352550" cy="3352975"/>
            <a:chOff x="1063013" y="1790739"/>
            <a:chExt cx="3352550" cy="3352975"/>
          </a:xfrm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4879EFEB-ABA1-56FD-094A-3BD59C80BE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3013" y="1790739"/>
              <a:ext cx="3352550" cy="3352975"/>
            </a:xfrm>
            <a:prstGeom prst="roundRect">
              <a:avLst/>
            </a:prstGeom>
            <a:gradFill>
              <a:gsLst>
                <a:gs pos="77000">
                  <a:srgbClr val="FF6124"/>
                </a:gs>
                <a:gs pos="11000">
                  <a:srgbClr val="FF7D25"/>
                </a:gs>
                <a:gs pos="100000">
                  <a:srgbClr val="FF5E25"/>
                </a:gs>
                <a:gs pos="0">
                  <a:srgbClr val="FF7F24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B4BB57F8-9F74-45EB-D9A6-B28C555A4FCC}"/>
                </a:ext>
              </a:extLst>
            </p:cNvPr>
            <p:cNvGrpSpPr/>
            <p:nvPr/>
          </p:nvGrpSpPr>
          <p:grpSpPr>
            <a:xfrm>
              <a:off x="1462456" y="2237967"/>
              <a:ext cx="2553667" cy="2458519"/>
              <a:chOff x="804496" y="1933949"/>
              <a:chExt cx="2553667" cy="2458519"/>
            </a:xfrm>
          </p:grpSpPr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F0DCDF9A-E4EE-3DD6-0ADE-903DE482AC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9302" y="1940791"/>
                <a:ext cx="2404508" cy="240450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6B122F66-1EA2-0C5E-C1EA-4637EBA61A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121" t="12225" r="9060" b="10930"/>
              <a:stretch>
                <a:fillRect/>
              </a:stretch>
            </p:blipFill>
            <p:spPr>
              <a:xfrm>
                <a:off x="804496" y="1933949"/>
                <a:ext cx="2553667" cy="24585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8141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4389</TotalTime>
  <Words>7</Words>
  <Application>Microsoft Office PowerPoint</Application>
  <PresentationFormat>ワイド画面</PresentationFormat>
  <Paragraphs>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minnya</dc:creator>
  <cp:lastModifiedBy>office4376</cp:lastModifiedBy>
  <cp:revision>87</cp:revision>
  <dcterms:created xsi:type="dcterms:W3CDTF">2018-06-06T15:52:32Z</dcterms:created>
  <dcterms:modified xsi:type="dcterms:W3CDTF">2026-04-19T07:56:39Z</dcterms:modified>
</cp:coreProperties>
</file>